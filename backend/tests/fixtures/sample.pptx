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BSI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2023 results for Transocean Encourage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